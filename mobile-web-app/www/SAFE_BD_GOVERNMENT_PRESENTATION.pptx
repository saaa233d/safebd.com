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594360"/>
            <a:ext cx="5120640" cy="310896"/>
          </a:xfrm>
          <a:prstGeom prst="roundRect">
            <a:avLst>
              <a:gd name="adj" fmla="val 50000"/>
            </a:avLst>
          </a:prstGeom>
          <a:solidFill>
            <a:srgbClr val="1C2D4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59436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🇧🇩  NATIONAL DIGITAL CITIZEN SECURITY PLATFORM • BANGLADESH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SAFE BD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F4444"/>
                </a:solidFill>
              </a:rPr>
              <a:t>Next-Generation Public Safety, Covert Cloud Evidence Vault &amp; Live Transit Escort System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97280" y="2331720"/>
            <a:ext cx="6949440" cy="173736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4231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TARGET AUDIENCE &amp; PROPOSED PARTNER MINISTRIES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Ministry of Home Affairs (MoHA) • ICT Division (a2i / BDCCL) • Police Headquarters (999 CAD) • BTRC
</a:t>
            </a:r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PROJECT LEAD &amp; FOUNDING ARCHITECT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Saad Rizwan  |  19-Year-Old Student Founder &amp; Lead Architect
</a:t>
            </a:r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Target Scale: 10 Million – 50 Million Citizens Nationwide Coverage Across All 64 Districts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4251960"/>
            <a:ext cx="7315200" cy="411480"/>
          </a:xfrm>
          <a:prstGeom prst="roundRect">
            <a:avLst>
              <a:gd name="adj" fmla="val 17778"/>
            </a:avLst>
          </a:prstGeom>
          <a:solidFill>
            <a:srgbClr val="180F15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51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A5A5"/>
                </a:solidFill>
              </a:rPr>
              <a:t>( NOT OFFICIAL DOCUMENTARY, DOCUMENTARY CREATED FOR SEEKING GOVERNMENT PERMISSION ) AND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4173322" cy="256032"/>
          </a:xfrm>
          <a:prstGeom prst="roundRect">
            <a:avLst>
              <a:gd name="adj" fmla="val 50000"/>
            </a:avLst>
          </a:prstGeom>
          <a:solidFill>
            <a:srgbClr val="1C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417332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PROBLEM STATEMENT | STREET REALITIES &amp; RESPONSE GAPS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Street Reality: Why Dialing 999 Alone Is Not Enough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In critical life-or-death street crimes, speaking out loud and describing landmarks is nearly impossible.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SAFE BD  •  CONFIDENTIAL GOVERNMENT PROPOSAL  •  PROPONENT: SAAD RIZWAN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Dialing &amp; Verbal Latency (30–60s)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Dialing 999 requires unlocking the phone, waiting for operator pickup, and speaking aloud. In muggings or harassment, attackers violently intervene before the victim can finish a sentence.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463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Vague Landmarks in Dark Alleys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Panicked citizens cannot give precise coordinates ("Near a tea stall by the canal..."). In unmapped alleys across Dhaka or rural upazilas, dispatchers waste 15–30 critical minutes searching.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Phone Snatched or Smashed = Evidence Lost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4747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Photos or videos recorded on the phone are erased or destroyed when criminals smash the device. With zero evidence reaching courts, criminals enjoy total legal impunity.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Vulnerable Lone Commutes (Women &amp; Students)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Over 60 million students, garment workers, and night shift commuters travel alone. Existing systems only react AFTER an incident occurs; there is zero proactive travel protection.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3423514" cy="256032"/>
          </a:xfrm>
          <a:prstGeom prst="roundRect">
            <a:avLst>
              <a:gd name="adj" fmla="val 50000"/>
            </a:avLst>
          </a:prstGeom>
          <a:solidFill>
            <a:srgbClr val="1C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34235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STRATEGIC SOLUTION | GOVTECH MODERNIZATION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SAFE BD: The Digital Intelligence Layer for National 999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Transforming emergency response from a slow voice call into an automated, sub-second tactical data packet.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SAFE BD  •  CONFIDENTIAL GOVERNMENT PROPOSAL  •  PROPONENT: SAAD RIZWAN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778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6304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13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63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PILLAR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Sub-3s Silent Distress &amp; Evidence Vault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23317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2860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3-second tactile hold triggers emergency without speaking a word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28803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8346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Streams sub-5m satellite GPS, heading, and battery level directly to CAD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" y="342900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38328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Records 15s encrypted audio/video directly to off-device cloud storage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" y="397764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9319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100% smash-proof legal chain of custody for court prosecution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73552" y="132588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10712" y="146304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13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1463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PILLAR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10712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"Walk With Me" Active Transit Escort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38144" y="23317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2860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Citizens set a journey safety timer (10m–60m) before departure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38144" y="28803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8346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Live Leaflet map and direct Google Maps turn-by-turn routing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38144" y="342900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38328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Continuous autonomous background GPS daemon while phone is locked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38144" y="397764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9319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Automatic overdue arrival prompt; alerts 999 and guardians if unconfirmed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98464" y="132588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7780">
            <a:solidFill>
              <a:srgbClr val="38BD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46304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13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35624" y="1463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PILLAR 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35624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639 Thanas AI &amp; Civic Defense Grid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63056" y="2331720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2860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shurokhaAI grounded in all 639 Police Thanas in 64 districts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63056" y="2880360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28346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Direct phone numbers for Officers-in-Charge (OC) and 24/7 Duty Officers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63056" y="3429000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338328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Instant bilingual switch [EN | বাংলা] for 170M citizen accessibility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63056" y="3977640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39319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Moderated civic hazard feed with strict anti-rumor gatekeeping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4023360" cy="256032"/>
          </a:xfrm>
          <a:prstGeom prst="roundRect">
            <a:avLst>
              <a:gd name="adj" fmla="val 50000"/>
            </a:avLst>
          </a:prstGeom>
          <a:solidFill>
            <a:srgbClr val="1C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SYSTEM ARCHITECTURE | COMPLETE CAPABILITIES MATRIX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Complete Platform Architecture: Every Feature of SAFE BD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Comprehensive single-slide view of all 10 life-critical modules engineered into the platform.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SAFE BD  •  CONFIDENTIAL GOVERNMENT PROPOSAL  •  PROPONENT: SAAD RIZWAN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3931920" cy="1609344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37160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1. EMERGENCY DISTRESS &amp; SILENT TRIAGE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627632"/>
            <a:ext cx="3602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• One-Touch Silent SOS: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3s tactile hold resistance, 5s countdown window, sub-5m satellite GPS coordinates &amp; heading, zero-sound stealth mode.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3232" y="2029968"/>
            <a:ext cx="3602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• 15s Covert Cloud Evidence Vault: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Automatic audio/video recording streaming directly off-device to cloud storage; 100% smash-proof chain of custody.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3232" y="2432304"/>
            <a:ext cx="3602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• "I Need Help" Direct Triage: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Emergency selector: Ambulance in Traffic (999 Traffic CAD), Critical Patient at Home (999 Ambulance CAD), Fire Service (102 Fire Line).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298448"/>
            <a:ext cx="3931920" cy="1609344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37160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2. ACTIVE TRANSIT ESCORT &amp; ESCALATION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1627632"/>
            <a:ext cx="36027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• "Walk With Me" Transit Escort: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Dynamic pre-trip journey safety timer (10m–60m), live Leaflet &amp; Google Maps turn-by-turn routing, autonomous background GPS tracker.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28032" y="2212848"/>
            <a:ext cx="36027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• Overdue Distress Escalation: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Automatic arrival verification ("Did you reach home safely?"); if unanswered, triggers 1-tap guardian live tracking &amp; 999 police dispatch.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980944"/>
            <a:ext cx="3931920" cy="1609344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054096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3. NATIONAL DIRECTORY &amp; AI INTELLIGENCE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3310128"/>
            <a:ext cx="36027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• shurokhaAI Safety Assistant: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Grounded in all 639 Police Thanas across 64 districts, verified OCs &amp; 24/7 Duty Officers, phonetic typo-tolerant search in English &amp; বাংলা.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3232" y="3895344"/>
            <a:ext cx="36027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• Dual-Language Accessibility (i18n):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Seamless 1-tap top-right toggle [EN | বাংলা] with 100% localized interface across all screens, buttons, and notifications.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2980944"/>
            <a:ext cx="3931920" cy="1609344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651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054096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4. CIVIC DEFENSE &amp; ENTERPRISE SECURITY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3310128"/>
            <a:ext cx="3602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• Moderated Civic Awareness Feed: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Hyper-local danger heatmap, citizen road hazard reports, strict anti-rumor gatekeeping against fake news and panic mongering.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28032" y="3712464"/>
            <a:ext cx="3602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• Trusted Guardian Circle: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3 family emergency contacts with in-app pen editing, one-touch WhatsApp/phone dialing, and automated overdue alerts.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28032" y="4114800"/>
            <a:ext cx="3602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• Military-Grade Cyber Defense: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PBKDF2 salting, Bearer token session auth, IDOR defense, and cloud state vault backup ensuring continuous zero-crash uptime.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4398264" cy="256032"/>
          </a:xfrm>
          <a:prstGeom prst="roundRect">
            <a:avLst>
              <a:gd name="adj" fmla="val 50000"/>
            </a:avLst>
          </a:prstGeom>
          <a:solidFill>
            <a:srgbClr val="1C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4398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PUBLIC VALUE &amp; STATE BENEFITS | STRATEGIC JUSTIFICATION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Strategic Reasons Why the Government Needs SAFE BD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How SAFE BD empowers law enforcement, protects citizens, and accelerates the Smart Bangladesh vision.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SAFE BD  •  CONFIDENTIAL GOVERNMENT PROPOSAL  •  PROPONENT: SAAD RIZWAN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8046720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356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3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39903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Sub-3s Dispatch Latency vs 30+ Minutes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61848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Police command consoles instantly receive exact sub-5 meter GPS coordinates, heading angle, and live video stream before the caller even says a word—saving lives in critical minutes.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1984248"/>
            <a:ext cx="8046720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0939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3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0574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 Smash-Proof Prosecution 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27685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Evidence uploaded into encrypted off-device vaults provides courts with indisputable digital recordings of attacker faces, voices, and locations—ending criminal impunity across Bangladesh.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642616"/>
            <a:ext cx="8046720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7523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3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752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271576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Eliminating Millions of 999 Prank Calls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293522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Porichoy NID verification authenticates citizen accounts, completely eliminating the fake spam and prank calls that currently jam up 60%+ of National Emergency 999 telephone trunks.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300984"/>
            <a:ext cx="8046720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4107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3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3374136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Proactive Deterrence Against Street Crime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59359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Public knowledge that any commuter can trigger silent video recording and police dispatch acts as a massive psychological deterrent against muggers, kidnappers, and eve-teasers.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959352"/>
            <a:ext cx="8046720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3970">
            <a:solidFill>
              <a:srgbClr val="818C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0690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322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4032504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Sovereign GovTech &amp; Smart Bangladesh Leadership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425196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 home-grown national security asset developed by a young Bangladeshi student, proving state-level digital capability without relying on multi-million dollar foreign software licenses.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4023360" cy="256032"/>
          </a:xfrm>
          <a:prstGeom prst="roundRect">
            <a:avLst>
              <a:gd name="adj" fmla="val 50000"/>
            </a:avLst>
          </a:prstGeom>
          <a:solidFill>
            <a:srgbClr val="1C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TECHNICAL ARCHITECTURE | NATIONAL DATA SOVEREIGNTY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Sovereign Cloud &amp; High-Availability Infrastructure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Engineered for 10M–50M citizens inside Bangladesh sovereign digital borders.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SAFE BD  •  CONFIDENTIAL GOVERNMENT PROPOSAL  •  PROPONENT: SAAD RIZWAN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356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Tier-IV National Data Center (BDCCL Kaliakoir)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7282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Kubernetes auto-scaling cluster inside Bangladesh sovereign cloud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98424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Certified Tier-IV Uptime (99.995%) with multi-zone disaster failover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Citizen video evidence stored within national territory—zero cross-border risk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4963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Capable of handling 500,000+ simultaneous disaster pings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356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Direct 999 CAD Dispatch API Tunnel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7282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Dedicated secure TLS 1.3 / Zero-Trust API pipe to 999 dispatch console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198424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Instant sub-second popup on police dispatcher screens with live map marker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Categorized triage tags: Robbery, Harassment, Ambulance, Fire, Transit Overdue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24963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Bi-directional status updates sent back to citizen’s device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081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Porichoy NID Biometric Verification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3741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Direct integration with Election Commission Porichoy NID gateway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" y="36301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1-click citizen registration with National ID / Smart Card verification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38862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Completely eliminates anonymous abuse, harassment, and prank triggers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41422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Ensures high-trust digital identification for official police response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81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BTRC Zero-Rated Data &amp; Toll-Free SMS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3741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BTRC public safety directive across GP, Robi, Banglalink, and Teletalk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36301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Whitelisted IP routing: citizens can send SOS even with ৳0 mobile balance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38862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Dedicated 4-digit emergency SMS fallback channel when 4G is offline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41422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Equal, uncompromised emergency access for rich and poor citizens alike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3648456" cy="256032"/>
          </a:xfrm>
          <a:prstGeom prst="roundRect">
            <a:avLst>
              <a:gd name="adj" fmla="val 50000"/>
            </a:avLst>
          </a:prstGeom>
          <a:solidFill>
            <a:srgbClr val="1C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IMPLEMENTATION ROADMAP | RISK-MANAGED PHASING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Nationwide Rollout Strategy: From Pilot to 64 Districts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A disciplined 12-month phased implementation plan ensuring zero disruption to existing emergency services.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SAFE BD  •  CONFIDENTIAL GOVERNMENT PROPOSAL  •  PROPONENT: SAAD RIZWAN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778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PHASE 1 (Months 1–3)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Controlled Pilot Sandbox (Dhaka DMP)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GEOGRAPHIC SCOPE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Dhaka Metropolitan Police (DMP) jurisdiction (Gulshan, Dhanmondi, Motijheel, Uttara).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303580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TARGET REACH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5800" y="32186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50,000 Verified Citizens (University students, garment factory commuters, night workers).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" y="378561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CORE MILESTONE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5800" y="396849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Direct CAD API clearance with Dhaka 999 center; fine-tuning dispatch latency to &lt; 3 seconds.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73552" y="132588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4630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PHASE 2 (Months 4–6)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0712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Divisional Metropolitan Expansion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10712" y="22860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GEOGRAPHIC SCOPE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10712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Major metropolitan hubs: Chittagong (CMP), Sylhet (SMP), Rajshahi (RMP), Khulna, Barishal, Rangpur.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10712" y="303580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TARGET REACH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10712" y="32186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500,000 Active Citizens across key urban corridors.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10712" y="378561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CORE MILESTONE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10712" y="396849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Highway patrol integration for Dhaka-Chittagong transit safety; deployment of 102 Fire Service links.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98464" y="132588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14630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PHASE 3 (Months 7–12)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35624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Full Nationwide Scale (64 Districts)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35624" y="22860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GEOGRAPHIC SCOPE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135624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All 64 Districts, all 639 Police Thanas, and all rural Upazila police stations.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35624" y="303580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TARGET REACH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35624" y="32186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10 Million – 50 Million Citizens nationwide.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35624" y="378561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CORE MILESTONE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35624" y="396849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Full BTRC zero-rated data mandate active; offline SMS emergency channel operational across all telcos.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3648456" cy="256032"/>
          </a:xfrm>
          <a:prstGeom prst="roundRect">
            <a:avLst>
              <a:gd name="adj" fmla="val 50000"/>
            </a:avLst>
          </a:prstGeom>
          <a:solidFill>
            <a:srgbClr val="1C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FINANCIAL MODEL | EXCHEQUER COST OPTIMIZATION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Financial Projections: Maximizing Value at Minimal State Cost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Leveraging sovereign government infrastructure reduces annual operating costs by over 45%.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SAFE BD  •  CONFIDENTIAL GOVERNMENT PROPOSAL  •  PROPONENT: SAAD RIZWAN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46888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Budget Component / Infrastructure Module</a:t>
                      </a:r>
                      <a:endParaRPr lang="en-US" sz="9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Commercial Cost (BDT)</a:t>
                      </a:r>
                      <a:endParaRPr lang="en-US" sz="9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With Govt Partnership</a:t>
                      </a:r>
                      <a:endParaRPr lang="en-US" sz="9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State Savings Rationale</a:t>
                      </a:r>
                      <a:endParaRPr lang="en-US" sz="9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Sovereign Cloud &amp; Video Vault Hosting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৳1.80 Crore / yr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৳0 / yr (Free)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Hosted inside BDCCL Tier-IV National Data Center (Kaliakoir)</a:t>
                      </a:r>
                      <a:endParaRPr lang="en-US" sz="8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Emergency SMS &amp; OTP Gateways (10M–50M)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৳90 Lakh / yr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৳0 / yr (Free)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Mandated under BTRC Public Safety Toll-Free Shortcode</a:t>
                      </a:r>
                      <a:endParaRPr lang="en-US" sz="8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Native iOS &amp; Android Hardware Engine (Swift/Kotlin)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৳1.20 Crore (One-time)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৳1.20 Crore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Native engineers for lock-screen power button &amp; background GPS</a:t>
                      </a:r>
                      <a:endParaRPr lang="en-US" sz="8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BGD e-Gov CIRT Red-Team Audit &amp; ISO 27001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৳24 Lakh (One-time)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৳24 Lakh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National cybersecurity testing &amp; military-grade penetration certification</a:t>
                      </a:r>
                      <a:endParaRPr lang="en-US" sz="8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24/7 SRE, SecOps &amp; NOC Operations Team Payroll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৳1.80 Crore / yr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৳1.80 Crore / yr</a:t>
                      </a:r>
                      <a:endParaRPr lang="en-US" sz="85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12 dedicated cloud security engineers &amp; 999 integration coordinators</a:t>
                      </a:r>
                      <a:endParaRPr lang="en-US" sz="8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TOTAL 1ST YEAR NATIONWIDE EXPENDITURE</a:t>
                      </a:r>
                      <a:endParaRPr lang="en-US" sz="9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৳5.94 Crore</a:t>
                      </a:r>
                      <a:endParaRPr lang="en-US" sz="9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৳3.24 Crore (~$270k)</a:t>
                      </a:r>
                      <a:endParaRPr lang="en-US" sz="9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8BDF8"/>
                          </a:solidFill>
                        </a:rPr>
                        <a:t>SAVINGS: ৳2.70 CRORE (45.5% Reduced Through Gov Infrastructure)</a:t>
                      </a:r>
                      <a:endParaRPr lang="en-US" sz="800" dirty="0"/>
                    </a:p>
                  </a:txBody>
                  <a:tcPr marL="76200" marR="76200" marT="50800" marB="50800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6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9319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02A2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💡 LOW-RISK 90-DAY PILOT FUNDING MODEL (DHAKA SANDBOX):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The initial 90-day pilot for 50,000 citizens in Dhaka requires only ৳15 Lakh – ৳25 Lakh ($12,000 – $20,000), which can be 100% funded through an IDEA Project Seed Grant (ICT Division) or youth innovation allocation—requiring ZERO direct cabinet budget allocation.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4623206" cy="256032"/>
          </a:xfrm>
          <a:prstGeom prst="roundRect">
            <a:avLst>
              <a:gd name="adj" fmla="val 50000"/>
            </a:avLst>
          </a:prstGeom>
          <a:solidFill>
            <a:srgbClr val="1C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46232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POLICY REQUESTS | ZERO-EXCHEQUER ADMINISTRATIVE CLEARANCES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4 Administrative Directives Requested from Government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Clear policy decisions that cost zero exchequer funds but unlock nationwide public safety.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SAFE BD  •  CONFIDENTIAL GOVERNMENT PROPOSAL  •  PROPONENT: SAAD RIZWAN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630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13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435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BDCCL Tier-IV Sovereign Cloud Allocation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801368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RESPONSIBLE AUTHORITY: ICT Division &amp; Bangladesh Computer Council (BCC)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13232" y="2002536"/>
            <a:ext cx="3602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Direct BDCCL to allocate dedicated G-Cloud server clusters and encrypted object storage at the Tier-IV National Data Center (Kaliakoir) to keep citizen evidence 100% sovereign and secure.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4630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13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1435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BTRC Zero-Rated Data &amp; SMS Directive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1801368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RESPONSIBLE AUTHORITY: BTRC &amp; Posts and Telecommunications Division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28032" y="2002536"/>
            <a:ext cx="3602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Mandate all mobile operators (Grameenphone, Robi, Banglalink, Teletalk) to whitelist SAFE BD emergency data traffic, allowing citizens to trigger SOS with ৳0 balance.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10896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13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0815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National 999 CAD API Access Clearance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3447288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RESPONSIBLE AUTHORITY: Ministry of Home Affairs &amp; Police Headquarters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13232" y="3648456"/>
            <a:ext cx="3602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Authorize Bangladesh Police (T&amp;IM) and National 999 Emergency Service to establish a direct secure API integration tunnel with SAFE BD for sub-3 second dispatch telemetry.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310896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13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30815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Porichoy NID Identity Verification Access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3447288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RESPONSIBLE AUTHORITY: Election Commission (NID Wing) &amp; a2i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28032" y="3648456"/>
            <a:ext cx="3602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Grant zero-fee API access to the Porichoy gateway, enabling 1-click citizen verification during app registration to eliminate false alarms and protect police resources.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457200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1C2D4A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457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FOUNDER PLEDGE &amp; CITIZEN MISSION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768096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</a:rPr>
              <a:t>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FFFFF"/>
                </a:solidFill>
              </a:rPr>
              <a:t>As a 19-year-old Bangladeshi student, I have witnessed harassment, crimes, and citizens struggling to find help in critical moments. I created SAFE BD to turn these concerns into action—a state-based security platform designed to protect and assist citizens when they need it most.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— Saad Rizwan  |  19-Year-Old Student Founder &amp; Lead Architect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15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63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OFFICIAL PROJECT CONTACT &amp; DEMONSTRATION DISPATCH: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Email: saadrizwan@safebd.com   •   Mobile: +880 1914-872060   •   Web: safebd.com (Live on Render)   •   Location: Dhaka, Bangladesh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180F1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862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( not official documentary, documentary created for seeking government permission) and confidential.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84632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CONFIDENTIAL  •  GOVERNMENT EXECUTIVE PRESENTATION DECK  •  ALL RIGHTS RESERVED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SAFE BD / Rizwan Dynamics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BD — National Citizen Safety &amp; Emergency Platform</dc:title>
  <dc:subject>Government Proposal &amp; Complete Feature Architecture</dc:subject>
  <dc:creator>Saad Rizwan</dc:creator>
  <cp:lastModifiedBy>Saad Rizwan</cp:lastModifiedBy>
  <cp:revision>1</cp:revision>
  <dcterms:created xsi:type="dcterms:W3CDTF">2026-10-18T17:59:52Z</dcterms:created>
  <dcterms:modified xsi:type="dcterms:W3CDTF">2026-10-18T17:59:52Z</dcterms:modified>
</cp:coreProperties>
</file>