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  <a:effectLst>
            <a:outerShdw sx="100000" sy="100000" kx="0" ky="0" algn="bl" rotWithShape="0" blurRad="1016000" dist="50800" dir="16200000">
              <a:srgbClr val="FF2D55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0" y="-822960"/>
            <a:ext cx="3200400" cy="3200400"/>
          </a:xfrm>
          <a:prstGeom prst="ellipse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BANGLADESH GOVERNMENT  •  OCTOBER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4592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🛡️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1280160" y="548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BD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280160" y="1600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সেইফ বিডি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•  Awareness  •  Fast Response  •  Emergency Assistance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5486400" cy="0"/>
          </a:xfrm>
          <a:prstGeom prst="line">
            <a:avLst/>
          </a:prstGeom>
          <a:noFill/>
          <a:ln w="6350">
            <a:solidFill>
              <a:srgbClr val="A308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First AI-Powered Citizen Safety Platform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Bangladeshi. Backed by Technology. Driven by Purpose.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" y="5029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Rizwan  •  Founder &amp; Lead Developer  •  18 years old, HSC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" y="53766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safebd.onrender.com  •  github.com/saaa233d/safebd.com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0" y="60350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0" y="6053328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69680" y="603504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6053328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347472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Bangladesh Needs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BD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64592" y="18745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874520"/>
            <a:ext cx="2743200" cy="4572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2011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4592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calls often go unanswered during crisis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53312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90672" y="18745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874520"/>
            <a:ext cx="2743200" cy="4572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2011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090672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cannot share real-time GPS — location unknown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79392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16752" y="18745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16752" y="1874520"/>
            <a:ext cx="2743200" cy="4572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011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016752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cannot speak during robbery or assault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05472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🔇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942832" y="187452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2832" y="1874520"/>
            <a:ext cx="2743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42832" y="2011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942832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patients die waiting for correct blood type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31552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🩸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117043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393192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records </a:t>
            </a:r>
            <a:pPr indent="0" marL="0">
              <a:buNone/>
            </a:pPr>
            <a:r>
              <a:rPr lang="en-US" sz="14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300,000+ </a:t>
            </a:r>
            <a:pPr indent="0" marL="0">
              <a:buNone/>
            </a:pPr>
            <a:r>
              <a:rPr lang="en-US" sz="14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robbery &amp; assault cases annually. </a:t>
            </a:r>
            <a:pPr indent="0" marL="0">
              <a:buNone/>
            </a:pPr>
            <a:r>
              <a:rPr lang="en-US" sz="14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</a:t>
            </a:r>
            <a:pPr indent="0" marL="0">
              <a:buNone/>
            </a:pPr>
            <a:r>
              <a:rPr lang="en-US" sz="14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victims had no way to silently call for help.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BD changes everything.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4592" y="461772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in Safe BD was designed to solve a REAL, life-threatening gap in Bangladesh's current emergency response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BD — 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4592" y="38404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Safe BD?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64592" y="1234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Progressive Web App (PWA) that turns every smartphone into a 24/7 emergency safety device — no app store required.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1704320" cy="0"/>
          </a:xfrm>
          <a:prstGeom prst="line">
            <a:avLst/>
          </a:prstGeom>
          <a:noFill/>
          <a:ln w="6350">
            <a:solidFill>
              <a:srgbClr val="D1D1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2057400"/>
            <a:ext cx="2743200" cy="1737360"/>
          </a:xfrm>
          <a:prstGeom prst="roundRect">
            <a:avLst>
              <a:gd name="adj" fmla="val 7895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2194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1752" y="27157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Safety 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" y="30998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silent SOS to blood donation — every emergency scenario covered.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90672" y="2057400"/>
            <a:ext cx="2743200" cy="1737360"/>
          </a:xfrm>
          <a:prstGeom prst="roundRect">
            <a:avLst>
              <a:gd name="adj" fmla="val 7895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2194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27832" y="27157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Chatbot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27832" y="30998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shurokhaAI provides bilingual legal &amp; safety guidance instantly.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16752" y="2057400"/>
            <a:ext cx="2743200" cy="1737360"/>
          </a:xfrm>
          <a:prstGeom prst="roundRect">
            <a:avLst>
              <a:gd name="adj" fmla="val 7895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2194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🗃️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53912" y="27157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53912" y="30998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— all citizen data permanently &amp; securely stored.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42832" y="2057400"/>
            <a:ext cx="2743200" cy="1737360"/>
          </a:xfrm>
          <a:prstGeom prst="roundRect">
            <a:avLst>
              <a:gd name="adj" fmla="val 7895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2194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079992" y="27157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Bilingual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9992" y="309981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 &amp; বাংলা interface. Accessible to all Bangladeshis.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760720"/>
            <a:ext cx="12192000" cy="109728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8338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12,041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5720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58338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47472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Features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58338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5TB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49224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Vault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09760" y="58338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509760" y="6291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safebd.onrender.com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 OF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 — SILENT SOS BUTTON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🆘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0120" y="4114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SOS Button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64592" y="118872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1207008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ACTIVE 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117043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4592" y="2331720"/>
            <a:ext cx="329184" cy="329184"/>
          </a:xfrm>
          <a:prstGeom prst="ellipse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235915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3134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Triple-Press Activation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578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power or volume button 3 times — works even on a locked screen.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3246120"/>
            <a:ext cx="329184" cy="329184"/>
          </a:xfrm>
          <a:prstGeom prst="ellipse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327355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GPS Capture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493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captures real-time GPS coordinates via satellite.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" y="4160520"/>
            <a:ext cx="329184" cy="329184"/>
          </a:xfrm>
          <a:prstGeom prst="ellipse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418795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1422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Alert Dispatch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4074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 &amp; police CAD receive location + SOS message silently.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" y="5074920"/>
            <a:ext cx="329184" cy="329184"/>
          </a:xfrm>
          <a:prstGeom prst="ellipse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510235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50566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Required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5321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need to speak — safe during robbery, assault, or kidnapping scenarios.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28800"/>
            <a:ext cx="5303520" cy="4389120"/>
          </a:xfrm>
          <a:prstGeom prst="roundRect">
            <a:avLst>
              <a:gd name="adj" fmla="val 4167"/>
            </a:avLst>
          </a:prstGeom>
          <a:solidFill>
            <a:srgbClr val="1C1C1E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66560" y="2468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on LOCKED screen — no PIN needed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03580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verbal communication required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360273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GPS coordinates sent in under 3 seconds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416966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Simultaneously alerts trusted contacts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47365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Integrates with 999 CAD dispatch system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5303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Background process — runs invisibly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 OF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 — WALK WITH ME &amp; LIVE GPS TRACKING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4592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🗺️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4114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With Me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64592" y="118872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207008"/>
            <a:ext cx="1463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LIVE GPS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704320" cy="0"/>
          </a:xfrm>
          <a:prstGeom prst="line">
            <a:avLst/>
          </a:prstGeom>
          <a:noFill/>
          <a:ln w="6350">
            <a:solidFill>
              <a:srgbClr val="D1D1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92024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0175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" y="296265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Leaflet maps show your exact position as you walk. Family can monitor remotely.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96512" y="192024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3367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Timer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33672" y="296265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starts when journey begins. Trusted contacts see elapsed travel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28432" y="192024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5592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6559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Auto-Stop (Geofence)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65592" y="296265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geofencing — journey auto-stops within 10–15m of destination. No manual input needed.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" y="393192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4069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🔋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01752" y="45902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Tracking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1752" y="497433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silently in background even when screen is off. Battery-efficient location pings.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96512" y="393192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33672" y="4069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📵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233672" y="45902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33672" y="497433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15-second video evidence saved on-device during network outages.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28432" y="393192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4069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👨‍👩‍👧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165592" y="45902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65592" y="497433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 receive real-time journey updates and arrival confirmation.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 OF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 — I NEED HELP (EMERGENCY TACTICAL GRID)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🆘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0120" y="4114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Help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64592" y="118872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120700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ONE-TAP DISPATCH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117043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8288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2×2 tactical grid that instantly connects citizens to the exact emergency service they need — with a single tap.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1C1C1E"/>
          </a:solidFill>
          <a:ln w="19050">
            <a:solidFill>
              <a:srgbClr val="A308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5394960" cy="73152"/>
          </a:xfrm>
          <a:prstGeom prst="round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🚑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417320" y="254203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Clear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1821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999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ambulance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32120" y="2560320"/>
            <a:ext cx="146304" cy="146304"/>
          </a:xfrm>
          <a:prstGeom prst="ellipse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377440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1C1C1E"/>
          </a:solidFill>
          <a:ln w="19050">
            <a:solidFill>
              <a:srgbClr val="FF9F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377440"/>
            <a:ext cx="5394960" cy="73152"/>
          </a:xfrm>
          <a:prstGeom prst="round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269480" y="254203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at Home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1821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999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Paramedic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384280" y="2560320"/>
            <a:ext cx="146304" cy="146304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43400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1C1C1E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43400"/>
            <a:ext cx="5394960" cy="73152"/>
          </a:xfrm>
          <a:prstGeom prst="round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80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417320" y="450799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514807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direct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32120" y="4526280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4343400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1C1C1E"/>
          </a:solidFill>
          <a:ln w="19050">
            <a:solidFill>
              <a:srgbClr val="FF2D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343400"/>
            <a:ext cx="5394960" cy="73152"/>
          </a:xfrm>
          <a:prstGeom prst="round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480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🩸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269480" y="450799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Lifeline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69480" y="514807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verified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donors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1384280" y="4526280"/>
            <a:ext cx="146304" cy="146304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 OF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 — EMERGENCY BLOOD LIFELINE (রক্তবন্ধু)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🩸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0120" y="411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Blood Lifeline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60120" y="11155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রক্তবন্ধু — Rokto Bondhu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" y="1115568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133856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SQL PERSISTED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117043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4592" y="224028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2276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80160" y="224942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opts in as blood donor from their profile. Blood group &amp; district saved to Supabase PostgreSQL.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4592" y="32004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32369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80160" y="320954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in need searches by blood type (A+, B-, O+, etc.) and district.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4592" y="416052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41970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80160" y="416966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donor list appears. One tap to call or WhatsApp donor directly.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4592" y="51206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51572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LIFE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80160" y="5129784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blood. Real people. Real-time connection. No middleman.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1828800"/>
            <a:ext cx="5212080" cy="4297680"/>
          </a:xfrm>
          <a:prstGeom prst="roundRect">
            <a:avLst>
              <a:gd name="adj" fmla="val 3830"/>
            </a:avLst>
          </a:prstGeom>
          <a:solidFill>
            <a:srgbClr val="1C1C1E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Specifications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 Supports all 8 blood types (A+/- B+/- O+/- AB+/-)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0" y="28986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Filter by district &amp; thana (local area)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58000" y="33741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Anonymous — donor phone shown only on request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0" y="384962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Supabase PostgreSQL — permanent cloud storage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0" y="43251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Data restored on server restart automatically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One-tap call / WhatsApp to donor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58000" y="52760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Donor badge on citizen profile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0" y="57515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Bilingual donor interface (EN | বাংলা)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 OF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 — COMMUNITY AWARENESS FEED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4592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📣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411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Awareness Feed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4592" y="118872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207008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REAL-TIME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704320" cy="0"/>
          </a:xfrm>
          <a:prstGeom prst="line">
            <a:avLst/>
          </a:prstGeom>
          <a:noFill/>
          <a:ln w="6350">
            <a:solidFill>
              <a:srgbClr val="D1D1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92024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0175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Posts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" y="296265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post photos &amp; videos of local safety hazards, crime scenes, accidents.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96512" y="192024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❤️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3367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&amp; Comment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33672" y="296265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engagement. Upvoting surfaces critical alerts to the top.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28432" y="192024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5592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6559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65592" y="296265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Government/admin accounts can moderate, pin, or remove posts.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" y="393192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4069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01752" y="45902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Verified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1752" y="497433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posts marked with verified badge — trusted source.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96512" y="393192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33672" y="4069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233672" y="45902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Alerts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33672" y="497433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tied to geographic areas — see only alerts relevant to your area.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28432" y="3931920"/>
            <a:ext cx="3749040" cy="1828800"/>
          </a:xfrm>
          <a:prstGeom prst="roundRect">
            <a:avLst>
              <a:gd name="adj" fmla="val 7500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4069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165592" y="45902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Archive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65592" y="4974336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Community-sourced evidence repository for law enforcement.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06 OF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06 — SHUROKHAAI (BILINGUAL EMERGENCY AI)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0120" y="4114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shurokhaAI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60120" y="11155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শুরক্ষা AI — Your Bilingual Safety Companion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7043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18928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Rights Guidance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21284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citizens their legal rights during arrest, harassment, or property disputes — in plain Bangla.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4592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77240" y="29443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Protocols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2644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instructions for accidents, fires, medical emergencies.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4592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399592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Bilingual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3159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in English or বাংলা based on how you write.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64592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🛑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" y="504748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Enforced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3675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limited to safety/emergency topics. Cannot be misused for off-topic queries.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1828800"/>
            <a:ext cx="5303520" cy="4297680"/>
          </a:xfrm>
          <a:prstGeom prst="roundRect">
            <a:avLst>
              <a:gd name="adj" fmla="val 4255"/>
            </a:avLst>
          </a:prstGeom>
          <a:solidFill>
            <a:srgbClr val="1C1C1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Preview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242316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24688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আমাকে রাস্তায় পুলিশ আটকেছে — আমার অধিকার কী?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333756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383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আপনার অধিকার আছে নিরব থাকার। পুলিশ কারণ না বললে আটকাতে পারে না। কারণ জানতে চান...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21040" y="425196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42976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do if I see an accident?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516636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5212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999 immediately. Keep victim still, don't move them unless fire risk. Stay until help arrives.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07 OF 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07 — SAFE MAP (COMMUNITY HAZARD REPORTING)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4592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🗺️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4114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Map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64592" y="118872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20700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DHAKA + NATIONWIDE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704320" cy="0"/>
          </a:xfrm>
          <a:prstGeom prst="line">
            <a:avLst/>
          </a:prstGeom>
          <a:noFill/>
          <a:ln w="6350">
            <a:solidFill>
              <a:srgbClr val="D1D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8288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mark danger zones on a live map. Government agencies see real data from the ground — not assumptions.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4592" y="2377440"/>
            <a:ext cx="2788920" cy="2011680"/>
          </a:xfrm>
          <a:prstGeom prst="roundRect">
            <a:avLst>
              <a:gd name="adj" fmla="val 6818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514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1752" y="30358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Marking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" y="3419856"/>
            <a:ext cx="2514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exact GPS locations of crime hotspots, unsafe roads, flooding.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90672" y="2377440"/>
            <a:ext cx="2788920" cy="2011680"/>
          </a:xfrm>
          <a:prstGeom prst="roundRect">
            <a:avLst>
              <a:gd name="adj" fmla="val 6818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2514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27832" y="30358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Verified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27832" y="3419856"/>
            <a:ext cx="2514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reports from different citizens confirm &amp; amplify the hazard.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16752" y="2377440"/>
            <a:ext cx="2788920" cy="2011680"/>
          </a:xfrm>
          <a:prstGeom prst="roundRect">
            <a:avLst>
              <a:gd name="adj" fmla="val 6818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2514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53912" y="30358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53912" y="3419856"/>
            <a:ext cx="2514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sees aggregated heat map — policymaking with real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42832" y="2377440"/>
            <a:ext cx="2788920" cy="2011680"/>
          </a:xfrm>
          <a:prstGeom prst="roundRect">
            <a:avLst>
              <a:gd name="adj" fmla="val 6818"/>
            </a:avLst>
          </a:prstGeom>
          <a:solidFill>
            <a:srgbClr val="EBEBF0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9992" y="2514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079992" y="30358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79992" y="3419856"/>
            <a:ext cx="2514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recurring danger zones across time. Identify crime patterns.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4592" y="4663440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EBF5FF"/>
          </a:solidFill>
          <a:ln w="6350">
            <a:solidFill>
              <a:srgbClr val="0A8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54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Government Integration Potential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5074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Map data can be integrated with Bangladesh Police crime mapping, BRTA road safety databases, and BWDB flood management systems — creating a unified national situational awareness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08 OF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08 — CITIZEN PROFILE, BLOOD PROFILE &amp; SECURITY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👤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60120" y="4114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Profile &amp; Security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64592" y="118872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1207008"/>
            <a:ext cx="2286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PBKDF2 ENCRYPTED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117043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1920240"/>
            <a:ext cx="374904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🩸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175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Blood Profile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" y="2962656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 displayed as a prominent pill badge. Verified donor status shown to responders.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96512" y="1920240"/>
            <a:ext cx="374904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3367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 Verified Badge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33672" y="2962656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registered citizens receive a verified status badge — trust at a glance.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28432" y="1920240"/>
            <a:ext cx="374904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165592" y="25786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65592" y="2962656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trusted contacts stored. Auto-notified during SOS or Walk With Me journeys.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" y="3977640"/>
            <a:ext cx="374904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4114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01752" y="46360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Encryption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" y="5020056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password hashing. No plaintext data ever stored.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96512" y="3977640"/>
            <a:ext cx="374904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4114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233672" y="46360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Third-Party Sharing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33672" y="5020056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data sold or shared with advertisers. Citizen data belongs to citizens.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28432" y="3977640"/>
            <a:ext cx="374904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65592" y="4114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165592" y="46360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65592" y="5020056"/>
            <a:ext cx="34747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database. Data survives server restarts. ACID compliant. Infinitely scalable.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&amp; ACCESSIBILITY FIRST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4592" y="411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🌐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4114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Bangladeshi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64592" y="118872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207008"/>
            <a:ext cx="2286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| বাংলা BILINGUAL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1704320" cy="0"/>
          </a:xfrm>
          <a:prstGeom prst="line">
            <a:avLst/>
          </a:prstGeom>
          <a:noFill/>
          <a:ln w="6350">
            <a:solidFill>
              <a:srgbClr val="D1D1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920240"/>
            <a:ext cx="5577840" cy="4206240"/>
          </a:xfrm>
          <a:prstGeom prst="roundRect">
            <a:avLst>
              <a:gd name="adj" fmla="val 3261"/>
            </a:avLst>
          </a:prstGeom>
          <a:solidFill>
            <a:srgbClr val="F8F8F8"/>
          </a:solidFill>
          <a:ln w="6350">
            <a:solidFill>
              <a:srgbClr val="D1D1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57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English Interface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app UI in English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emergency instructions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shurokhaAI English responses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343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Community feed in English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937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Profile &amp; settings in English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5577840" cy="4206240"/>
          </a:xfrm>
          <a:prstGeom prst="roundRect">
            <a:avLst>
              <a:gd name="adj" fmla="val 3261"/>
            </a:avLst>
          </a:prstGeom>
          <a:solidFill>
            <a:srgbClr val="FFF5F7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057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🇧🇩  বাংলা Interface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560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সম্পূর্ণ অ্যাপ UI বাংলায়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154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সকল জরুরি নির্দেশনা বাংলায়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749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shurokhaAI বাংলায় জবাব দেয়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4343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কমিউনিটি ফিড বাংলায়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4937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প্রোফাইল ও সেটিংস বাংলায়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347472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Infrastructure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4592" y="18745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10160">
            <a:solidFill>
              <a:srgbClr val="30D1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" y="2624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30083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90672" y="18745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10160">
            <a:solidFill>
              <a:srgbClr val="0A8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🗃️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82112" y="2624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82112" y="30083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Database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16752" y="18745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10160">
            <a:solidFill>
              <a:srgbClr val="FFD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08192" y="2624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08192" y="30083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Navigation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42832" y="187452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10160">
            <a:solidFill>
              <a:srgbClr val="BF5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34272" y="2624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34272" y="30083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shurokhaAI Chatbot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" y="402336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10160">
            <a:solidFill>
              <a:srgbClr val="FF9F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56032" y="4773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(HTML5)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" y="51572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Store Needed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90672" y="402336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1016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0672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182112" y="4773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82112" y="51572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Hosting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16752" y="402336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10160">
            <a:solidFill>
              <a:srgbClr val="AEAE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08192" y="4773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08192" y="51572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942832" y="4023360"/>
            <a:ext cx="2743200" cy="1920240"/>
          </a:xfrm>
          <a:prstGeom prst="roundRect">
            <a:avLst>
              <a:gd name="adj" fmla="val 7143"/>
            </a:avLst>
          </a:prstGeom>
          <a:solidFill>
            <a:srgbClr val="1C1C1E"/>
          </a:solidFill>
          <a:ln w="10160">
            <a:solidFill>
              <a:srgbClr val="30D1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42832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034272" y="4773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Vault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34272" y="51572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5TB Media Storage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— TRY IT NOW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347472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Safe BD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 — Right Now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64592" y="1783080"/>
            <a:ext cx="6858000" cy="914400"/>
          </a:xfrm>
          <a:prstGeom prst="roundRect">
            <a:avLst>
              <a:gd name="adj" fmla="val 12000"/>
            </a:avLst>
          </a:prstGeom>
          <a:solidFill>
            <a:srgbClr val="1C1C1E"/>
          </a:solidFill>
          <a:ln w="19050">
            <a:solidFill>
              <a:srgbClr val="A308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01952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safebd.onrender.com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64592" y="2834640"/>
            <a:ext cx="6858000" cy="640080"/>
          </a:xfrm>
          <a:prstGeom prst="roundRect">
            <a:avLst>
              <a:gd name="adj" fmla="val 14286"/>
            </a:avLst>
          </a:prstGeom>
          <a:solidFill>
            <a:srgbClr val="1C1C1E"/>
          </a:solidFill>
          <a:ln w="1016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github.com/saaa233d/safebd.com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1737360"/>
            <a:ext cx="429768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A308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9659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9659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19659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9659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29800" y="19659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19659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35640" y="19659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24688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24688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24688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32720" y="24688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35640" y="24688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297180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297180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297180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29800" y="297180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35640" y="297180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347472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47472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23960" y="347472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0" y="347472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29800" y="347472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35640" y="347472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397764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3960" y="397764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26880" y="397764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35640" y="397764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18120" y="44805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44805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26880" y="44805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29800" y="44805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32720" y="448056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8120" y="49834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49834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23960" y="49834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26880" y="49834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29800" y="49834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35640" y="4983480"/>
            <a:ext cx="438912" cy="438912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53035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Safe BD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64592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on any smartphone browser — no installation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64592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Create a citizen account and test all features live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64592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Try Walk With Me, Blood Lifeline, and shurokhaAI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64592" y="5120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source code available on GitHub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VISION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IMPACT &amp; GOVERNMENT INTEGRATION VISION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347472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Potential.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Government-Ready.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1704320" cy="0"/>
          </a:xfrm>
          <a:prstGeom prst="line">
            <a:avLst/>
          </a:prstGeom>
          <a:noFill/>
          <a:ln w="6350">
            <a:solidFill>
              <a:srgbClr val="A308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82880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1828800"/>
            <a:ext cx="2788920" cy="4572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965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170M+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64592" y="25603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benefit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90672" y="182880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828800"/>
            <a:ext cx="2788920" cy="4572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965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090672" y="25603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hardware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16752" y="182880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6752" y="1828800"/>
            <a:ext cx="2788920" cy="4572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1965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0৳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016752" y="25603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citizen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42832" y="1828800"/>
            <a:ext cx="2788920" cy="1280160"/>
          </a:xfrm>
          <a:prstGeom prst="roundRect">
            <a:avLst>
              <a:gd name="adj" fmla="val 8571"/>
            </a:avLst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2832" y="1828800"/>
            <a:ext cx="2788920" cy="4572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42832" y="1965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942832" y="25603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117043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04672" y="3429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3794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CAD system integration — SOS alerts routed directly to nearest police unit with GPS pinpoint accuracy.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0819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748272" y="3429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Network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48272" y="3794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Lifeline connected to government hospital blood banks for verified emergency supply.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64592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04672" y="48463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Rollout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Dhaka to every district. Government partnership enables national citizen safety infrastructure.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08192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748272" y="48463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Safety Dashboard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48272" y="52120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crime map, donor registry, and hazard reporting data for government policymakers.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A30826"/>
          </a:solidFill>
          <a:ln w="12700">
            <a:solidFill>
              <a:srgbClr val="A30826"/>
            </a:solidFill>
            <a:prstDash val="solid"/>
          </a:ln>
          <a:effectLst>
            <a:outerShdw sx="100000" sy="100000" kx="0" ky="0" algn="bl" rotWithShape="0" blurRad="1270000" dist="50800" dir="16200000">
              <a:srgbClr val="FF2D55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-2286000" y="5029200"/>
            <a:ext cx="6400800" cy="6400800"/>
          </a:xfrm>
          <a:prstGeom prst="ellipse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0972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4592" y="365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🛡️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371600" y="38404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Safe BD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164592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we can build a safer Bangladesh — one citizen at a time.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1704320" cy="0"/>
          </a:xfrm>
          <a:prstGeom prst="line">
            <a:avLst/>
          </a:prstGeom>
          <a:noFill/>
          <a:ln w="6350">
            <a:solidFill>
              <a:srgbClr val="A308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217627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Requesting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" y="2697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Partnership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" y="304495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endorsement and integration with Bangladesh Police 999 CAD system.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08192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02552" y="2697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Funding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02552" y="304495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infrastructure, hire team, deploy nationwide with government-grade reliability.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8952" y="3931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Awareness Campaign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" y="427939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Government-backed promotion to ensure every citizen knows about Safe BD.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08192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02552" y="3931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Framework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02552" y="427939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enabling Safe BD to work formally with law enforcement agencies.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257800"/>
            <a:ext cx="11704320" cy="0"/>
          </a:xfrm>
          <a:prstGeom prst="line">
            <a:avLst/>
          </a:prstGeom>
          <a:noFill/>
          <a:ln w="6350">
            <a:solidFill>
              <a:srgbClr val="3A3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539496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Rizwan  •  saadriizwan@gmail.com  •  safebd.onrender.com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" y="576072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"প্রযুক্তি দিয়ে বাংলাদেশকে নিরাপদ করা যায়।"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2026-10-21T03:43:15Z</dcterms:created>
  <dcterms:modified xsi:type="dcterms:W3CDTF">2026-10-21T03:43:15Z</dcterms:modified>
</cp:coreProperties>
</file>